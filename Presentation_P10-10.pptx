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3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-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07147-58DE-4856-8CF9-C073A6F6418C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78EC28E-9642-4774-A057-8516535DA8EE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BACKGROUND</a:t>
          </a:r>
        </a:p>
      </dgm:t>
    </dgm:pt>
    <dgm:pt modelId="{33431CD8-2890-4166-993A-00AC4A25F257}" type="parTrans" cxnId="{B672FBCE-0B13-4415-B8E3-00229523DD35}">
      <dgm:prSet/>
      <dgm:spPr/>
      <dgm:t>
        <a:bodyPr/>
        <a:lstStyle/>
        <a:p>
          <a:endParaRPr lang="en-US"/>
        </a:p>
      </dgm:t>
    </dgm:pt>
    <dgm:pt modelId="{949C4DB3-C9D2-4D84-B702-4393BA643B59}" type="sibTrans" cxnId="{B672FBCE-0B13-4415-B8E3-00229523DD35}">
      <dgm:prSet/>
      <dgm:spPr/>
      <dgm:t>
        <a:bodyPr/>
        <a:lstStyle/>
        <a:p>
          <a:endParaRPr lang="en-US"/>
        </a:p>
      </dgm:t>
    </dgm:pt>
    <dgm:pt modelId="{D9C5DCAC-3243-433D-A071-3A1D3DFFE5A5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AIM</a:t>
          </a:r>
        </a:p>
      </dgm:t>
    </dgm:pt>
    <dgm:pt modelId="{EBA85A1A-E49F-4D7B-8738-20E62BC168DA}" type="parTrans" cxnId="{C5D99CD1-38CB-487A-B516-BDB196F80B92}">
      <dgm:prSet/>
      <dgm:spPr/>
      <dgm:t>
        <a:bodyPr/>
        <a:lstStyle/>
        <a:p>
          <a:endParaRPr lang="en-US"/>
        </a:p>
      </dgm:t>
    </dgm:pt>
    <dgm:pt modelId="{091C9537-EC5F-483C-850B-2C11022F18A2}" type="sibTrans" cxnId="{C5D99CD1-38CB-487A-B516-BDB196F80B92}">
      <dgm:prSet/>
      <dgm:spPr/>
      <dgm:t>
        <a:bodyPr/>
        <a:lstStyle/>
        <a:p>
          <a:endParaRPr lang="en-US"/>
        </a:p>
      </dgm:t>
    </dgm:pt>
    <dgm:pt modelId="{03AD4EE3-B5EF-4413-BDA1-63D5840E46FD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SYSTEM DIAGRAM</a:t>
          </a:r>
        </a:p>
      </dgm:t>
    </dgm:pt>
    <dgm:pt modelId="{AE966FCC-0978-4398-964B-9A4A9D04BF1E}" type="parTrans" cxnId="{F9B5A51A-57F5-415E-9D1B-43E3BCE0598B}">
      <dgm:prSet/>
      <dgm:spPr/>
      <dgm:t>
        <a:bodyPr/>
        <a:lstStyle/>
        <a:p>
          <a:endParaRPr lang="en-US"/>
        </a:p>
      </dgm:t>
    </dgm:pt>
    <dgm:pt modelId="{7D28FCF9-4D2D-4E75-9954-7E3D3698D34B}" type="sibTrans" cxnId="{F9B5A51A-57F5-415E-9D1B-43E3BCE0598B}">
      <dgm:prSet/>
      <dgm:spPr/>
      <dgm:t>
        <a:bodyPr/>
        <a:lstStyle/>
        <a:p>
          <a:endParaRPr lang="en-US"/>
        </a:p>
      </dgm:t>
    </dgm:pt>
    <dgm:pt modelId="{3EFDB68B-5321-414C-91E1-A783B59A06BE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gm:t>
    </dgm:pt>
    <dgm:pt modelId="{1BD4DEEC-E195-442F-B9CD-42B56E17EEC0}" type="parTrans" cxnId="{9F0ABEFB-B073-4DDA-9943-D63BC8E8E869}">
      <dgm:prSet/>
      <dgm:spPr/>
      <dgm:t>
        <a:bodyPr/>
        <a:lstStyle/>
        <a:p>
          <a:endParaRPr lang="en-US"/>
        </a:p>
      </dgm:t>
    </dgm:pt>
    <dgm:pt modelId="{16D72C72-DF27-4AAD-B351-051532AEF5A4}" type="sibTrans" cxnId="{9F0ABEFB-B073-4DDA-9943-D63BC8E8E869}">
      <dgm:prSet/>
      <dgm:spPr/>
      <dgm:t>
        <a:bodyPr/>
        <a:lstStyle/>
        <a:p>
          <a:endParaRPr lang="en-US"/>
        </a:p>
      </dgm:t>
    </dgm:pt>
    <dgm:pt modelId="{01643310-9216-47CF-8A07-AB7429A5D285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 METHODS</a:t>
          </a:r>
        </a:p>
      </dgm:t>
    </dgm:pt>
    <dgm:pt modelId="{DD64DDBF-ACDD-437B-9505-C32329EFC3E9}" type="parTrans" cxnId="{9787BACD-CCAD-47A9-8F5C-071D867EAFD9}">
      <dgm:prSet/>
      <dgm:spPr/>
      <dgm:t>
        <a:bodyPr/>
        <a:lstStyle/>
        <a:p>
          <a:endParaRPr lang="en-US"/>
        </a:p>
      </dgm:t>
    </dgm:pt>
    <dgm:pt modelId="{83643A05-4C53-4D81-8878-A3FEEDF8499B}" type="sibTrans" cxnId="{9787BACD-CCAD-47A9-8F5C-071D867EAFD9}">
      <dgm:prSet/>
      <dgm:spPr/>
      <dgm:t>
        <a:bodyPr/>
        <a:lstStyle/>
        <a:p>
          <a:endParaRPr lang="en-US"/>
        </a:p>
      </dgm:t>
    </dgm:pt>
    <dgm:pt modelId="{FD448326-6784-48A6-9023-D3066CD094DC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2814FF72-068F-4CEC-B5C1-47AFC538FBFA}" type="parTrans" cxnId="{A0253F7C-5F0B-45CC-9673-2F7E3498B536}">
      <dgm:prSet/>
      <dgm:spPr/>
      <dgm:t>
        <a:bodyPr/>
        <a:lstStyle/>
        <a:p>
          <a:endParaRPr lang="en-US"/>
        </a:p>
      </dgm:t>
    </dgm:pt>
    <dgm:pt modelId="{951E833F-30CB-4388-9C43-34705BC330BE}" type="sibTrans" cxnId="{A0253F7C-5F0B-45CC-9673-2F7E3498B536}">
      <dgm:prSet/>
      <dgm:spPr/>
      <dgm:t>
        <a:bodyPr/>
        <a:lstStyle/>
        <a:p>
          <a:endParaRPr lang="en-US"/>
        </a:p>
      </dgm:t>
    </dgm:pt>
    <dgm:pt modelId="{AF6238A9-99C8-411E-9C9D-E39D6869787E}" type="pres">
      <dgm:prSet presAssocID="{96407147-58DE-4856-8CF9-C073A6F6418C}" presName="linear" presStyleCnt="0">
        <dgm:presLayoutVars>
          <dgm:animLvl val="lvl"/>
          <dgm:resizeHandles val="exact"/>
        </dgm:presLayoutVars>
      </dgm:prSet>
      <dgm:spPr/>
    </dgm:pt>
    <dgm:pt modelId="{F7BD0B97-B546-45B1-B1A4-55823B91E601}" type="pres">
      <dgm:prSet presAssocID="{978EC28E-9642-4774-A057-8516535DA8E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4325F-C453-4206-B946-DB3A2089B4B7}" type="pres">
      <dgm:prSet presAssocID="{949C4DB3-C9D2-4D84-B702-4393BA643B59}" presName="spacer" presStyleCnt="0"/>
      <dgm:spPr/>
    </dgm:pt>
    <dgm:pt modelId="{65047971-A48B-49C3-BFE3-1DC0AF09456A}" type="pres">
      <dgm:prSet presAssocID="{D9C5DCAC-3243-433D-A071-3A1D3DFFE5A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56F01CF-C13C-4256-9523-4020B6C5AE2A}" type="pres">
      <dgm:prSet presAssocID="{091C9537-EC5F-483C-850B-2C11022F18A2}" presName="spacer" presStyleCnt="0"/>
      <dgm:spPr/>
    </dgm:pt>
    <dgm:pt modelId="{533FBA4A-B9FF-42F9-9392-AC9002C3EF94}" type="pres">
      <dgm:prSet presAssocID="{03AD4EE3-B5EF-4413-BDA1-63D5840E46F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9419832-317B-4041-85B3-4209BCCCC02F}" type="pres">
      <dgm:prSet presAssocID="{7D28FCF9-4D2D-4E75-9954-7E3D3698D34B}" presName="spacer" presStyleCnt="0"/>
      <dgm:spPr/>
    </dgm:pt>
    <dgm:pt modelId="{0756D737-EA43-4D65-BAC9-A0044C5EACBF}" type="pres">
      <dgm:prSet presAssocID="{3EFDB68B-5321-414C-91E1-A783B59A06B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B439A3C-FCFE-4641-9FD5-C5B68C9D72E1}" type="pres">
      <dgm:prSet presAssocID="{16D72C72-DF27-4AAD-B351-051532AEF5A4}" presName="spacer" presStyleCnt="0"/>
      <dgm:spPr/>
    </dgm:pt>
    <dgm:pt modelId="{4AB84BD2-AFBA-46B9-BD49-4FFC3F01032D}" type="pres">
      <dgm:prSet presAssocID="{01643310-9216-47CF-8A07-AB7429A5D28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56DCB70-7615-4C2A-95D8-225B9F0C749D}" type="pres">
      <dgm:prSet presAssocID="{83643A05-4C53-4D81-8878-A3FEEDF8499B}" presName="spacer" presStyleCnt="0"/>
      <dgm:spPr/>
    </dgm:pt>
    <dgm:pt modelId="{706A2804-58DB-4879-A91B-73C0CD183278}" type="pres">
      <dgm:prSet presAssocID="{FD448326-6784-48A6-9023-D3066CD094D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FFE0E00-EDC1-4707-9A31-C12379E806AE}" type="presOf" srcId="{3EFDB68B-5321-414C-91E1-A783B59A06BE}" destId="{0756D737-EA43-4D65-BAC9-A0044C5EACBF}" srcOrd="0" destOrd="0" presId="urn:microsoft.com/office/officeart/2005/8/layout/vList2"/>
    <dgm:cxn modelId="{F9B5A51A-57F5-415E-9D1B-43E3BCE0598B}" srcId="{96407147-58DE-4856-8CF9-C073A6F6418C}" destId="{03AD4EE3-B5EF-4413-BDA1-63D5840E46FD}" srcOrd="2" destOrd="0" parTransId="{AE966FCC-0978-4398-964B-9A4A9D04BF1E}" sibTransId="{7D28FCF9-4D2D-4E75-9954-7E3D3698D34B}"/>
    <dgm:cxn modelId="{95963737-5BCF-43AA-80F8-D431FDFFDFEA}" type="presOf" srcId="{03AD4EE3-B5EF-4413-BDA1-63D5840E46FD}" destId="{533FBA4A-B9FF-42F9-9392-AC9002C3EF94}" srcOrd="0" destOrd="0" presId="urn:microsoft.com/office/officeart/2005/8/layout/vList2"/>
    <dgm:cxn modelId="{0F7C973E-B5E9-4A82-99EA-A08FB7A65C85}" type="presOf" srcId="{FD448326-6784-48A6-9023-D3066CD094DC}" destId="{706A2804-58DB-4879-A91B-73C0CD183278}" srcOrd="0" destOrd="0" presId="urn:microsoft.com/office/officeart/2005/8/layout/vList2"/>
    <dgm:cxn modelId="{A51B255C-E5EE-4313-895D-7B69C77CF75D}" type="presOf" srcId="{D9C5DCAC-3243-433D-A071-3A1D3DFFE5A5}" destId="{65047971-A48B-49C3-BFE3-1DC0AF09456A}" srcOrd="0" destOrd="0" presId="urn:microsoft.com/office/officeart/2005/8/layout/vList2"/>
    <dgm:cxn modelId="{A0253F7C-5F0B-45CC-9673-2F7E3498B536}" srcId="{96407147-58DE-4856-8CF9-C073A6F6418C}" destId="{FD448326-6784-48A6-9023-D3066CD094DC}" srcOrd="5" destOrd="0" parTransId="{2814FF72-068F-4CEC-B5C1-47AFC538FBFA}" sibTransId="{951E833F-30CB-4388-9C43-34705BC330BE}"/>
    <dgm:cxn modelId="{90BA678A-BB9E-4717-B44B-C526A6F39B89}" type="presOf" srcId="{01643310-9216-47CF-8A07-AB7429A5D285}" destId="{4AB84BD2-AFBA-46B9-BD49-4FFC3F01032D}" srcOrd="0" destOrd="0" presId="urn:microsoft.com/office/officeart/2005/8/layout/vList2"/>
    <dgm:cxn modelId="{625CEFBC-5408-4254-890A-ABB9CC7EA4AE}" type="presOf" srcId="{96407147-58DE-4856-8CF9-C073A6F6418C}" destId="{AF6238A9-99C8-411E-9C9D-E39D6869787E}" srcOrd="0" destOrd="0" presId="urn:microsoft.com/office/officeart/2005/8/layout/vList2"/>
    <dgm:cxn modelId="{9787BACD-CCAD-47A9-8F5C-071D867EAFD9}" srcId="{96407147-58DE-4856-8CF9-C073A6F6418C}" destId="{01643310-9216-47CF-8A07-AB7429A5D285}" srcOrd="4" destOrd="0" parTransId="{DD64DDBF-ACDD-437B-9505-C32329EFC3E9}" sibTransId="{83643A05-4C53-4D81-8878-A3FEEDF8499B}"/>
    <dgm:cxn modelId="{B672FBCE-0B13-4415-B8E3-00229523DD35}" srcId="{96407147-58DE-4856-8CF9-C073A6F6418C}" destId="{978EC28E-9642-4774-A057-8516535DA8EE}" srcOrd="0" destOrd="0" parTransId="{33431CD8-2890-4166-993A-00AC4A25F257}" sibTransId="{949C4DB3-C9D2-4D84-B702-4393BA643B59}"/>
    <dgm:cxn modelId="{C5D99CD1-38CB-487A-B516-BDB196F80B92}" srcId="{96407147-58DE-4856-8CF9-C073A6F6418C}" destId="{D9C5DCAC-3243-433D-A071-3A1D3DFFE5A5}" srcOrd="1" destOrd="0" parTransId="{EBA85A1A-E49F-4D7B-8738-20E62BC168DA}" sibTransId="{091C9537-EC5F-483C-850B-2C11022F18A2}"/>
    <dgm:cxn modelId="{26E890E7-5B87-417C-AF8C-3250739C210B}" type="presOf" srcId="{978EC28E-9642-4774-A057-8516535DA8EE}" destId="{F7BD0B97-B546-45B1-B1A4-55823B91E601}" srcOrd="0" destOrd="0" presId="urn:microsoft.com/office/officeart/2005/8/layout/vList2"/>
    <dgm:cxn modelId="{9F0ABEFB-B073-4DDA-9943-D63BC8E8E869}" srcId="{96407147-58DE-4856-8CF9-C073A6F6418C}" destId="{3EFDB68B-5321-414C-91E1-A783B59A06BE}" srcOrd="3" destOrd="0" parTransId="{1BD4DEEC-E195-442F-B9CD-42B56E17EEC0}" sibTransId="{16D72C72-DF27-4AAD-B351-051532AEF5A4}"/>
    <dgm:cxn modelId="{C5C89922-71E8-4594-B136-41AA721AC125}" type="presParOf" srcId="{AF6238A9-99C8-411E-9C9D-E39D6869787E}" destId="{F7BD0B97-B546-45B1-B1A4-55823B91E601}" srcOrd="0" destOrd="0" presId="urn:microsoft.com/office/officeart/2005/8/layout/vList2"/>
    <dgm:cxn modelId="{CFF69BDA-3CC0-43A8-AD5F-1CFABC06F407}" type="presParOf" srcId="{AF6238A9-99C8-411E-9C9D-E39D6869787E}" destId="{5424325F-C453-4206-B946-DB3A2089B4B7}" srcOrd="1" destOrd="0" presId="urn:microsoft.com/office/officeart/2005/8/layout/vList2"/>
    <dgm:cxn modelId="{AF327FD0-FE3D-49DF-B534-B20F4236D415}" type="presParOf" srcId="{AF6238A9-99C8-411E-9C9D-E39D6869787E}" destId="{65047971-A48B-49C3-BFE3-1DC0AF09456A}" srcOrd="2" destOrd="0" presId="urn:microsoft.com/office/officeart/2005/8/layout/vList2"/>
    <dgm:cxn modelId="{8A49AF10-2BC9-477D-A992-5D49A792FC41}" type="presParOf" srcId="{AF6238A9-99C8-411E-9C9D-E39D6869787E}" destId="{956F01CF-C13C-4256-9523-4020B6C5AE2A}" srcOrd="3" destOrd="0" presId="urn:microsoft.com/office/officeart/2005/8/layout/vList2"/>
    <dgm:cxn modelId="{F122A6B1-4EEF-4E8A-A0A8-4228063630CB}" type="presParOf" srcId="{AF6238A9-99C8-411E-9C9D-E39D6869787E}" destId="{533FBA4A-B9FF-42F9-9392-AC9002C3EF94}" srcOrd="4" destOrd="0" presId="urn:microsoft.com/office/officeart/2005/8/layout/vList2"/>
    <dgm:cxn modelId="{A7B84CF8-D286-440E-B982-E75023AAE473}" type="presParOf" srcId="{AF6238A9-99C8-411E-9C9D-E39D6869787E}" destId="{A9419832-317B-4041-85B3-4209BCCCC02F}" srcOrd="5" destOrd="0" presId="urn:microsoft.com/office/officeart/2005/8/layout/vList2"/>
    <dgm:cxn modelId="{F2A87460-A983-43D9-8FAC-20FEBC03A8E2}" type="presParOf" srcId="{AF6238A9-99C8-411E-9C9D-E39D6869787E}" destId="{0756D737-EA43-4D65-BAC9-A0044C5EACBF}" srcOrd="6" destOrd="0" presId="urn:microsoft.com/office/officeart/2005/8/layout/vList2"/>
    <dgm:cxn modelId="{1DA2B209-22B9-4ECC-BF5C-F37C8B91EA8F}" type="presParOf" srcId="{AF6238A9-99C8-411E-9C9D-E39D6869787E}" destId="{4B439A3C-FCFE-4641-9FD5-C5B68C9D72E1}" srcOrd="7" destOrd="0" presId="urn:microsoft.com/office/officeart/2005/8/layout/vList2"/>
    <dgm:cxn modelId="{8ED6539B-F39B-4006-8BDB-83A9514234B3}" type="presParOf" srcId="{AF6238A9-99C8-411E-9C9D-E39D6869787E}" destId="{4AB84BD2-AFBA-46B9-BD49-4FFC3F01032D}" srcOrd="8" destOrd="0" presId="urn:microsoft.com/office/officeart/2005/8/layout/vList2"/>
    <dgm:cxn modelId="{F4B55483-BBCB-4451-A4E8-D99033206CC4}" type="presParOf" srcId="{AF6238A9-99C8-411E-9C9D-E39D6869787E}" destId="{D56DCB70-7615-4C2A-95D8-225B9F0C749D}" srcOrd="9" destOrd="0" presId="urn:microsoft.com/office/officeart/2005/8/layout/vList2"/>
    <dgm:cxn modelId="{DEEC03C1-499F-4286-92F8-2FE2CDEF8E17}" type="presParOf" srcId="{AF6238A9-99C8-411E-9C9D-E39D6869787E}" destId="{706A2804-58DB-4879-A91B-73C0CD18327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D0B97-B546-45B1-B1A4-55823B91E601}">
      <dsp:nvSpPr>
        <dsp:cNvPr id="0" name=""/>
        <dsp:cNvSpPr/>
      </dsp:nvSpPr>
      <dsp:spPr>
        <a:xfrm>
          <a:off x="0" y="20081"/>
          <a:ext cx="6497034" cy="538200"/>
        </a:xfrm>
        <a:prstGeom prst="roundRect">
          <a:avLst/>
        </a:prstGeom>
        <a:solidFill>
          <a:schemeClr val="bg2">
            <a:lumMod val="5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BACKGROUND</a:t>
          </a:r>
        </a:p>
      </dsp:txBody>
      <dsp:txXfrm>
        <a:off x="26273" y="46354"/>
        <a:ext cx="6444488" cy="485654"/>
      </dsp:txXfrm>
    </dsp:sp>
    <dsp:sp modelId="{65047971-A48B-49C3-BFE3-1DC0AF09456A}">
      <dsp:nvSpPr>
        <dsp:cNvPr id="0" name=""/>
        <dsp:cNvSpPr/>
      </dsp:nvSpPr>
      <dsp:spPr>
        <a:xfrm>
          <a:off x="0" y="624521"/>
          <a:ext cx="6497034" cy="538200"/>
        </a:xfrm>
        <a:prstGeom prst="roundRect">
          <a:avLst/>
        </a:prstGeom>
        <a:solidFill>
          <a:schemeClr val="bg2">
            <a:lumMod val="5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AIM</a:t>
          </a:r>
        </a:p>
      </dsp:txBody>
      <dsp:txXfrm>
        <a:off x="26273" y="650794"/>
        <a:ext cx="6444488" cy="485654"/>
      </dsp:txXfrm>
    </dsp:sp>
    <dsp:sp modelId="{533FBA4A-B9FF-42F9-9392-AC9002C3EF94}">
      <dsp:nvSpPr>
        <dsp:cNvPr id="0" name=""/>
        <dsp:cNvSpPr/>
      </dsp:nvSpPr>
      <dsp:spPr>
        <a:xfrm>
          <a:off x="0" y="1228961"/>
          <a:ext cx="6497034" cy="538200"/>
        </a:xfrm>
        <a:prstGeom prst="roundRect">
          <a:avLst/>
        </a:prstGeom>
        <a:solidFill>
          <a:schemeClr val="bg2">
            <a:lumMod val="5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SYSTEM DIAGRAM</a:t>
          </a:r>
        </a:p>
      </dsp:txBody>
      <dsp:txXfrm>
        <a:off x="26273" y="1255234"/>
        <a:ext cx="6444488" cy="485654"/>
      </dsp:txXfrm>
    </dsp:sp>
    <dsp:sp modelId="{0756D737-EA43-4D65-BAC9-A0044C5EACBF}">
      <dsp:nvSpPr>
        <dsp:cNvPr id="0" name=""/>
        <dsp:cNvSpPr/>
      </dsp:nvSpPr>
      <dsp:spPr>
        <a:xfrm>
          <a:off x="0" y="1833401"/>
          <a:ext cx="6497034" cy="538200"/>
        </a:xfrm>
        <a:prstGeom prst="roundRect">
          <a:avLst/>
        </a:prstGeom>
        <a:solidFill>
          <a:schemeClr val="bg2">
            <a:lumMod val="5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sp:txBody>
      <dsp:txXfrm>
        <a:off x="26273" y="1859674"/>
        <a:ext cx="6444488" cy="485654"/>
      </dsp:txXfrm>
    </dsp:sp>
    <dsp:sp modelId="{4AB84BD2-AFBA-46B9-BD49-4FFC3F01032D}">
      <dsp:nvSpPr>
        <dsp:cNvPr id="0" name=""/>
        <dsp:cNvSpPr/>
      </dsp:nvSpPr>
      <dsp:spPr>
        <a:xfrm>
          <a:off x="0" y="2437841"/>
          <a:ext cx="6497034" cy="538200"/>
        </a:xfrm>
        <a:prstGeom prst="roundRect">
          <a:avLst/>
        </a:prstGeom>
        <a:solidFill>
          <a:schemeClr val="bg2">
            <a:lumMod val="5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 METHODS</a:t>
          </a:r>
        </a:p>
      </dsp:txBody>
      <dsp:txXfrm>
        <a:off x="26273" y="2464114"/>
        <a:ext cx="6444488" cy="485654"/>
      </dsp:txXfrm>
    </dsp:sp>
    <dsp:sp modelId="{706A2804-58DB-4879-A91B-73C0CD183278}">
      <dsp:nvSpPr>
        <dsp:cNvPr id="0" name=""/>
        <dsp:cNvSpPr/>
      </dsp:nvSpPr>
      <dsp:spPr>
        <a:xfrm>
          <a:off x="0" y="3042281"/>
          <a:ext cx="6497034" cy="538200"/>
        </a:xfrm>
        <a:prstGeom prst="roundRect">
          <a:avLst/>
        </a:prstGeom>
        <a:solidFill>
          <a:schemeClr val="bg2">
            <a:lumMod val="5000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26273" y="3068554"/>
        <a:ext cx="6444488" cy="485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2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0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1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0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9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4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0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0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2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2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9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E0F73DB-C35D-41B0-9BD8-9093E5ABA466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F3FEE98-3541-4CEF-8F87-BDF01CCD2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5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5A2BA67-BF68-4F48-BAA9-1091D4FED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190DBD-4A62-4416-ACB7-ACEC1DE3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09288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7F1F9-952A-4245-ACFF-A2743EBE0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175" y="1282684"/>
            <a:ext cx="5576162" cy="3483842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ct val="0"/>
              </a:spcBef>
              <a:spcAft>
                <a:spcPts val="600"/>
              </a:spcAft>
              <a:tabLst/>
              <a:defRPr/>
            </a:pPr>
            <a:r>
              <a:rPr kumimoji="0" lang="en-US" sz="60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HOME</a:t>
            </a:r>
            <a:br>
              <a:rPr kumimoji="0" lang="en-US" sz="60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60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AUTOMATION SYSTEM</a:t>
            </a:r>
            <a:br>
              <a:rPr kumimoji="0" lang="en-US" sz="60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5000" b="1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PET FEEDER</a:t>
            </a:r>
            <a:endParaRPr lang="en-US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89FC6-A943-4DD5-B83E-4432D59A2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175" y="4660916"/>
            <a:ext cx="4675634" cy="9144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10-10</a:t>
            </a:r>
          </a:p>
        </p:txBody>
      </p:sp>
      <p:pic>
        <p:nvPicPr>
          <p:cNvPr id="6" name="Picture 5" descr="A dog and cat in a basket&#10;&#10;Description automatically generated">
            <a:extLst>
              <a:ext uri="{FF2B5EF4-FFF2-40B4-BE49-F238E27FC236}">
                <a16:creationId xmlns:a16="http://schemas.microsoft.com/office/drawing/2014/main" id="{9A403642-C1CD-4077-9A85-B90579581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5" r="20840" b="1"/>
          <a:stretch/>
        </p:blipFill>
        <p:spPr>
          <a:xfrm>
            <a:off x="6586977" y="759599"/>
            <a:ext cx="4908848" cy="533065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BF12D6D-FE37-445A-BF16-6DA1A659A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0042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1EAA7-AD8B-4331-B57F-19C196FA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54" y="1030941"/>
            <a:ext cx="3023121" cy="20783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kumimoji="0" lang="en-US" sz="4900" b="1" i="0" u="none" strike="noStrike" cap="none" spc="-100" normalizeH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br>
              <a:rPr kumimoji="0" lang="en-US" sz="4900" b="1" i="0" u="none" strike="noStrike" cap="none" spc="-100" normalizeH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4900" b="1" i="0" u="none" strike="noStrike" cap="none" spc="-100" normalizeH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br>
              <a:rPr kumimoji="0" lang="en-US" sz="5000" b="1" i="0" u="none" strike="noStrike" cap="none" spc="-100" normalizeH="0" noProof="0" dirty="0">
                <a:ln>
                  <a:noFill/>
                </a:ln>
                <a:effectLst/>
                <a:uLnTx/>
                <a:uFillTx/>
              </a:rPr>
            </a:br>
            <a:endParaRPr lang="en-US" sz="5000" spc="-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2EFACD3F-6BDE-441C-AF67-6A11BBFC4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7983"/>
              </p:ext>
            </p:extLst>
          </p:nvPr>
        </p:nvGraphicFramePr>
        <p:xfrm>
          <a:off x="4833898" y="1030941"/>
          <a:ext cx="6790298" cy="417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5149">
                  <a:extLst>
                    <a:ext uri="{9D8B030D-6E8A-4147-A177-3AD203B41FA5}">
                      <a16:colId xmlns:a16="http://schemas.microsoft.com/office/drawing/2014/main" val="1944714158"/>
                    </a:ext>
                  </a:extLst>
                </a:gridCol>
                <a:gridCol w="3395149">
                  <a:extLst>
                    <a:ext uri="{9D8B030D-6E8A-4147-A177-3AD203B41FA5}">
                      <a16:colId xmlns:a16="http://schemas.microsoft.com/office/drawing/2014/main" val="1204590062"/>
                    </a:ext>
                  </a:extLst>
                </a:gridCol>
              </a:tblGrid>
              <a:tr h="58144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343271"/>
                  </a:ext>
                </a:extLst>
              </a:tr>
              <a:tr h="58144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IT24101357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BANDARA N.H.M.W.W.D.S.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606389"/>
                  </a:ext>
                </a:extLst>
              </a:tr>
              <a:tr h="58144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IT24101620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KALUARACHCHI K.A.T.H.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507401"/>
                  </a:ext>
                </a:extLst>
              </a:tr>
              <a:tr h="58144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IT24102021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GUNASINGHE B.A.C.M.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24523"/>
                  </a:ext>
                </a:extLst>
              </a:tr>
              <a:tr h="58144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IT24102947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RAMIN V.P.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66829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IT24100542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ABDEEN M.A.L.</a:t>
                      </a:r>
                    </a:p>
                    <a:p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15076"/>
                  </a:ext>
                </a:extLst>
              </a:tr>
              <a:tr h="58144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IT24103279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DUSHMANTHI W.D.H.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376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54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8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1EAA7-AD8B-4331-B57F-19C196FA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89" y="1150731"/>
            <a:ext cx="4506870" cy="955975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kumimoji="0" lang="en-US" sz="4900" b="1" i="0" u="none" strike="noStrike" cap="none" spc="-10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br>
              <a:rPr kumimoji="0" lang="en-US" b="1" i="0" u="none" strike="noStrike" cap="none" spc="-10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ipboard with check marks and a pencil&#10;&#10;Description automatically generated">
            <a:extLst>
              <a:ext uri="{FF2B5EF4-FFF2-40B4-BE49-F238E27FC236}">
                <a16:creationId xmlns:a16="http://schemas.microsoft.com/office/drawing/2014/main" id="{984AE842-FACB-4899-A03A-D88BEE1C9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1" r="14802" b="3"/>
          <a:stretch/>
        </p:blipFill>
        <p:spPr>
          <a:xfrm>
            <a:off x="7552944" y="758975"/>
            <a:ext cx="3778286" cy="5330605"/>
          </a:xfrm>
          <a:prstGeom prst="rect">
            <a:avLst/>
          </a:prstGeom>
        </p:spPr>
      </p:pic>
      <p:sp>
        <p:nvSpPr>
          <p:cNvPr id="37" name="Rectangle 32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11B0A1F9-1582-D4C1-3539-C388D70BF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400850"/>
              </p:ext>
            </p:extLst>
          </p:nvPr>
        </p:nvGraphicFramePr>
        <p:xfrm>
          <a:off x="172707" y="2106705"/>
          <a:ext cx="6497034" cy="3600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993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577A01-3DD8-4E33-BEE1-3065F7E6F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9599"/>
            <a:ext cx="7052486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007296"/>
            <a:ext cx="5806752" cy="911151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8" y="2034988"/>
            <a:ext cx="6451109" cy="3274586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pet owners struggle with consistent and timely feeding due to busy lifestyles and travel.</a:t>
            </a:r>
          </a:p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demand for automated pet care solutions driven by smart home technologies.</a:t>
            </a:r>
          </a:p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of Things (IoT) enables remote monitoring and control, allowing pet owners to manage feeding schedules from any location.</a:t>
            </a:r>
          </a:p>
        </p:txBody>
      </p:sp>
      <p:pic>
        <p:nvPicPr>
          <p:cNvPr id="5" name="Picture 4" descr="A dog drinking from a water dispenser&#10;&#10;Description automatically generated">
            <a:extLst>
              <a:ext uri="{FF2B5EF4-FFF2-40B4-BE49-F238E27FC236}">
                <a16:creationId xmlns:a16="http://schemas.microsoft.com/office/drawing/2014/main" id="{0AE5E581-C51A-42C4-B35B-03F5EF64D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" r="21700" b="3"/>
          <a:stretch/>
        </p:blipFill>
        <p:spPr>
          <a:xfrm>
            <a:off x="7545032" y="759599"/>
            <a:ext cx="3778286" cy="53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88" y="1007573"/>
            <a:ext cx="4981999" cy="92011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88" y="1927689"/>
            <a:ext cx="6451109" cy="327458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timely and accurate feeding schedules for pets.</a:t>
            </a:r>
          </a:p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convenience for pet owners through remote monitoring.</a:t>
            </a:r>
          </a:p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pet health with precise portion control.</a:t>
            </a:r>
          </a:p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 IoT technology for seamless connectivity and control.</a:t>
            </a:r>
          </a:p>
          <a:p>
            <a:pPr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user-friendly interface for easy management.</a:t>
            </a:r>
          </a:p>
        </p:txBody>
      </p:sp>
      <p:pic>
        <p:nvPicPr>
          <p:cNvPr id="5" name="Picture 4" descr="A yellow arrow in a target&#10;&#10;Description automatically generated">
            <a:extLst>
              <a:ext uri="{FF2B5EF4-FFF2-40B4-BE49-F238E27FC236}">
                <a16:creationId xmlns:a16="http://schemas.microsoft.com/office/drawing/2014/main" id="{21DF5375-0419-4801-B4C8-64BF7C495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944" y="1535135"/>
            <a:ext cx="3778286" cy="377828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854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758953"/>
            <a:ext cx="357757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2997487" cy="1251810"/>
          </a:xfrm>
        </p:spPr>
        <p:txBody>
          <a:bodyPr anchor="b">
            <a:noAutofit/>
          </a:bodyPr>
          <a:lstStyle/>
          <a:p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DIAGRAM </a:t>
            </a:r>
            <a:endParaRPr lang="en-US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Content Placeholder 6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41F83550-34B6-40F3-80AD-80DDADBE9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75" y="352729"/>
            <a:ext cx="7911120" cy="57401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8941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93" y="1049038"/>
            <a:ext cx="4820634" cy="10097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87" y="2051428"/>
            <a:ext cx="6637994" cy="3793559"/>
          </a:xfrm>
        </p:spPr>
        <p:txBody>
          <a:bodyPr anchor="t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US" sz="2800" b="1" i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Components:</a:t>
            </a:r>
            <a:endParaRPr lang="en-US" sz="2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</a:t>
            </a: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 motor</a:t>
            </a: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 sensor and HX711 module</a:t>
            </a: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clock module</a:t>
            </a: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Wi-Fi module</a:t>
            </a: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Jumper wires</a:t>
            </a:r>
          </a:p>
          <a:p>
            <a:pPr marL="1028700" lvl="0" indent="-457200" rtl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C62C133-3A5F-4ABC-B401-DECE56CC3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8631" y="1181099"/>
            <a:ext cx="4419601" cy="44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7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88" y="995231"/>
            <a:ext cx="5113994" cy="1093546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88" y="2088777"/>
            <a:ext cx="6673853" cy="3274586"/>
          </a:xfrm>
        </p:spPr>
        <p:txBody>
          <a:bodyPr anchor="t">
            <a:normAutofit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6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Components:</a:t>
            </a:r>
            <a:endParaRPr lang="en-US" sz="26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Times New Roman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Times New Roman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HX711 Library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Times New Roman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Blynk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Times New Roman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 Library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Times New Roman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RTC Library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ts val="1800"/>
              <a:buFont typeface="Times New Roman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Wi-Fi Library </a:t>
            </a:r>
            <a:endParaRPr lang="en-US" sz="26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8" descr="A computer and mobile devices&#10;&#10;Description automatically generated">
            <a:extLst>
              <a:ext uri="{FF2B5EF4-FFF2-40B4-BE49-F238E27FC236}">
                <a16:creationId xmlns:a16="http://schemas.microsoft.com/office/drawing/2014/main" id="{D674247E-C7A0-46BC-8718-175A57B22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156" y="1300163"/>
            <a:ext cx="4452938" cy="445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8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3577A01-3DD8-4E33-BEE1-3065F7E6F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9599"/>
            <a:ext cx="7052486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073019"/>
            <a:ext cx="5206117" cy="911151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88" y="1984170"/>
            <a:ext cx="6451109" cy="3274586"/>
          </a:xfrm>
        </p:spPr>
        <p:txBody>
          <a:bodyPr anchor="t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i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</a:t>
            </a:r>
            <a:endParaRPr lang="en-US" sz="2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Assembly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Firmware Development 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and Debugging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Interface Design</a:t>
            </a:r>
          </a:p>
          <a:p>
            <a:pPr marL="914400" lvl="0" indent="-342900" rtl="0">
              <a:spcBef>
                <a:spcPts val="0"/>
              </a:spcBef>
              <a:spcAft>
                <a:spcPts val="600"/>
              </a:spcAft>
              <a:buSzPts val="1800"/>
              <a:buFont typeface="Times New Roman"/>
              <a:buChar char="•"/>
            </a:pPr>
            <a:endParaRPr lang="en-US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A computer with a gear on the screen&#10;&#10;Description automatically generated">
            <a:extLst>
              <a:ext uri="{FF2B5EF4-FFF2-40B4-BE49-F238E27FC236}">
                <a16:creationId xmlns:a16="http://schemas.microsoft.com/office/drawing/2014/main" id="{38FFAADB-59F0-489B-ADA5-0A0B67883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0" r="14423" b="3"/>
          <a:stretch/>
        </p:blipFill>
        <p:spPr>
          <a:xfrm>
            <a:off x="7439025" y="756248"/>
            <a:ext cx="3790950" cy="53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073019"/>
            <a:ext cx="5125434" cy="1081634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8" y="2510395"/>
            <a:ext cx="6451109" cy="3274586"/>
          </a:xfrm>
        </p:spPr>
        <p:txBody>
          <a:bodyPr anchor="t">
            <a:normAutofit/>
          </a:bodyPr>
          <a:lstStyle/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Testing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A/B testing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and Feedbacks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Testing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Testing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Times New Roman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Testing</a:t>
            </a:r>
          </a:p>
          <a:p>
            <a:pPr marL="914400" lvl="0" indent="-342900" rtl="0">
              <a:spcBef>
                <a:spcPts val="0"/>
              </a:spcBef>
              <a:spcAft>
                <a:spcPts val="600"/>
              </a:spcAft>
              <a:buSzPts val="1800"/>
              <a:buFont typeface="Times New Roman"/>
              <a:buChar char="•"/>
            </a:pPr>
            <a:endParaRPr lang="en-US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A group of people looking at a bug on a screen&#10;&#10;Description automatically generated">
            <a:extLst>
              <a:ext uri="{FF2B5EF4-FFF2-40B4-BE49-F238E27FC236}">
                <a16:creationId xmlns:a16="http://schemas.microsoft.com/office/drawing/2014/main" id="{0F3A5108-060B-47AE-A0DC-D2BE4E14C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4113" b="-1"/>
          <a:stretch/>
        </p:blipFill>
        <p:spPr>
          <a:xfrm>
            <a:off x="7341734" y="1253700"/>
            <a:ext cx="4275261" cy="43506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742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3577A01-3DD8-4E33-BEE1-3065F7E6F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9599"/>
            <a:ext cx="7052486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4506870" cy="8842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4AC-C9BB-4EAE-9845-E2156183D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8" y="2008094"/>
            <a:ext cx="6451109" cy="3274586"/>
          </a:xfrm>
        </p:spPr>
        <p:txBody>
          <a:bodyPr anchor="t">
            <a:normAutofit fontScale="92500"/>
          </a:bodyPr>
          <a:lstStyle/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IoT-enabled automated pet feeder offers a reliable and convenient solution for pet owners.</a:t>
            </a: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ensures precise feeding schedules and allows for remote monitoring</a:t>
            </a:r>
          </a:p>
          <a:p>
            <a:pPr marL="571500" lvl="0" indent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None/>
            </a:pPr>
            <a:endParaRPr lang="en-US" sz="24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paves the way for future advancements in smart pet care solutions.</a:t>
            </a:r>
          </a:p>
          <a:p>
            <a:pPr marL="571500" lvl="0" indent="0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 descr="A blue person holding a book&#10;&#10;Description automatically generated">
            <a:extLst>
              <a:ext uri="{FF2B5EF4-FFF2-40B4-BE49-F238E27FC236}">
                <a16:creationId xmlns:a16="http://schemas.microsoft.com/office/drawing/2014/main" id="{EEE342F2-2016-47D8-A0BE-BC5B790CE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734" y="1065506"/>
            <a:ext cx="4217174" cy="4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8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69373E92-F88D-4F0A-94DF-393703E7D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938" y="46653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629DAA0-ADF6-43FD-9C99-483F722B5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09288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C5A9-DDD8-4C3B-B49C-36B3CE9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98448"/>
            <a:ext cx="4705801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b="1" spc="-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  <p:pic>
        <p:nvPicPr>
          <p:cNvPr id="7" name="Content Placeholder 6" descr="A cartoon of a dog&#10;&#10;Description automatically generated">
            <a:extLst>
              <a:ext uri="{FF2B5EF4-FFF2-40B4-BE49-F238E27FC236}">
                <a16:creationId xmlns:a16="http://schemas.microsoft.com/office/drawing/2014/main" id="{5EDD1102-158D-4703-A399-5240E034E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988" y="1298448"/>
            <a:ext cx="5308363" cy="399076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32C8C35-BF44-4CFB-9754-81F07C98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972566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329</TotalTime>
  <Words>297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Times New Roman</vt:lpstr>
      <vt:lpstr>Wingdings 2</vt:lpstr>
      <vt:lpstr>Frame</vt:lpstr>
      <vt:lpstr>HOME AUTOMATION SYSTEM PET FEEDER</vt:lpstr>
      <vt:lpstr>TEAM MEMBERS </vt:lpstr>
      <vt:lpstr>OVERVIEW </vt:lpstr>
      <vt:lpstr>BACKGROUND </vt:lpstr>
      <vt:lpstr>AIM </vt:lpstr>
      <vt:lpstr>SYSTEM DIAGRAM </vt:lpstr>
      <vt:lpstr>METHODOLOGY </vt:lpstr>
      <vt:lpstr>METHODOLOGY </vt:lpstr>
      <vt:lpstr>METHODOLOGY </vt:lpstr>
      <vt:lpstr>EVALUATION METHODS</vt:lpstr>
      <vt:lpstr>CONCLUSION 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Bandara N.H.M.W.W.D.S. IT24101357</dc:creator>
  <cp:lastModifiedBy>Bandara N.H.M.W.W.D.S. IT24101357</cp:lastModifiedBy>
  <cp:revision>23</cp:revision>
  <dcterms:created xsi:type="dcterms:W3CDTF">2024-08-14T15:09:40Z</dcterms:created>
  <dcterms:modified xsi:type="dcterms:W3CDTF">2024-08-19T10:27:29Z</dcterms:modified>
</cp:coreProperties>
</file>